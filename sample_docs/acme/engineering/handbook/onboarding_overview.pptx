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IT tickets are filed before the new hire's start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Onboarding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Provision laptop and accounts</a:t>
            </a:r>
          </a:p>
          <a:p>
            <a:r>
              <a:t>Complete security training</a:t>
            </a:r>
          </a:p>
          <a:p>
            <a:r>
              <a:t>Meet your onboarding buddy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First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a small bug fix</a:t>
            </a:r>
          </a:p>
          <a:p>
            <a:r>
              <a:t>Attend architecture overview session</a:t>
            </a:r>
          </a:p>
          <a:p>
            <a:r>
              <a:t>Shadow an on-call rotation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